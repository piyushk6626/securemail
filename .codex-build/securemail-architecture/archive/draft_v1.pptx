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5d00aa942426a" /><Relationship Type="http://schemas.openxmlformats.org/officeDocument/2006/relationships/extended-properties" Target="/docProps/app.xml" Id="R436f91b59de84162" /><Relationship Type="http://schemas.openxmlformats.org/officeDocument/2006/relationships/officeDocument" Target="/ppt/presentation.xml" Id="R217ae2ed1037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29940f35b48b3"/>
  </p:sldMasterIdLst>
  <p:notesMasterIdLst>
    <p:notesMasterId xmlns:r="http://schemas.openxmlformats.org/officeDocument/2006/relationships" r:id="R8e3dab07b1d44160"/>
  </p:notesMasterIdLst>
  <p:sldIdLst>
    <p:sldId xmlns:r="http://schemas.openxmlformats.org/officeDocument/2006/relationships" id="256" r:id="R5215bec30e94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7e72476b5243d9" /><Relationship Type="http://schemas.openxmlformats.org/officeDocument/2006/relationships/slideMaster" Target="/ppt/slideMasters/slideMaster1.xml" Id="R9b929940f35b48b3" /><Relationship Type="http://schemas.openxmlformats.org/officeDocument/2006/relationships/notesMaster" Target="/ppt/notesMasters/notesMaster1.xml" Id="R8e3dab07b1d44160" /><Relationship Type="http://schemas.openxmlformats.org/officeDocument/2006/relationships/presProps" Target="/ppt/presProps.xml" Id="Rf16980e6dd324001" /><Relationship Type="http://schemas.openxmlformats.org/officeDocument/2006/relationships/tableStyles" Target="/ppt/tableStyles.xml" Id="Rfaacf25048164be3" /><Relationship Type="http://schemas.openxmlformats.org/officeDocument/2006/relationships/slide" Target="/ppt/slides/slide1.xml" Id="R5215bec30e94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b68ad21b9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0605ec0144e06" /><Relationship Type="http://schemas.openxmlformats.org/officeDocument/2006/relationships/notesMaster" Target="/ppt/notesMasters/notesMaster1.xml" Id="Ra26110588b2d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component and package view. Arrows show calls, dependencies, implementation, composition, or runtime lifecycle. They do not represent the capture-processing sequence.</a:t>
            </a:r>
          </a:p>
          <a:p xmlns:a="http://schemas.openxmlformats.org/drawingml/2006/main">
            <a:r>
              <a:t>Sources: docs/development/repository-map.md; docs/architecture/clean-architecture.md; docs/architecture/runtime-topology.md; docs/architecture/frontend-data-flow.md; src/securemail/bootstrap.py; src/securemail/worker.py.</a:t>
            </a:r>
          </a:p>
          <a:p xmlns:a="http://schemas.openxmlformats.org/drawingml/2006/main">
            <a:r>
              <a:t>Verified against the repository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2ba7175a34f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5810054964757" /><Relationship Type="http://schemas.openxmlformats.org/officeDocument/2006/relationships/slideLayout" Target="/ppt/slideLayouts/slideLayout1.xml" Id="R3659a5ba51dc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9a5ba51dc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457bf1b474ffc" /><Relationship Type="http://schemas.openxmlformats.org/officeDocument/2006/relationships/notesSlide" Target="/ppt/notesSlides/notesSlide1.xml" Id="R995b5fe9483c4c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EB20CD5F-8722-4FD4-8A66-63DC983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SecureMail component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1F6D55-6564-403E-9986-3B76AFA5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Current packages, runtime components and dependency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33D017-4127-4E33-9A87-F91A7855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" name="securemail-workstation">
            <a:extLst xmlns:a="http://schemas.openxmlformats.org/drawingml/2006/main">
              <a:ext uri="{FF2B5EF4-FFF2-40B4-BE49-F238E27FC236}">
                <a16:creationId xmlns:a16="http://schemas.microsoft.com/office/drawing/2014/main" id="{FBB683A6-5217-419D-B9B8-9BAD1AB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506730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9B8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DDB0F882-BE45-49CF-B6C0-B1065B56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SECUREMAIL WORKSTATION</a:t>
            </a:r>
          </a:p>
        </p:txBody>
      </p:sp>
      <p:sp>
        <p:nvSpPr>
          <p:cNvPr id="6" name="entry-group">
            <a:extLst xmlns:a="http://schemas.openxmlformats.org/drawingml/2006/main">
              <a:ext uri="{FF2B5EF4-FFF2-40B4-BE49-F238E27FC236}">
                <a16:creationId xmlns:a16="http://schemas.microsoft.com/office/drawing/2014/main" id="{48AF3BAB-587A-4EEE-A7AE-4572739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57450" cy="4400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9D5DF"/>
            </a:solidFill>
            <a:prstDash val="solid"/>
          </a:ln>
        </p:spPr>
      </p:sp>
      <p:sp>
        <p:nvSpPr>
          <p:cNvPr id="7" name="entry-group-accent">
            <a:extLst xmlns:a="http://schemas.openxmlformats.org/drawingml/2006/main">
              <a:ext uri="{FF2B5EF4-FFF2-40B4-BE49-F238E27FC236}">
                <a16:creationId xmlns:a16="http://schemas.microsoft.com/office/drawing/2014/main" id="{24B8F69D-C8A2-4D97-A028-BABDB15B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8" name="entry-group-label">
            <a:extLst xmlns:a="http://schemas.openxmlformats.org/drawingml/2006/main">
              <a:ext uri="{FF2B5EF4-FFF2-40B4-BE49-F238E27FC236}">
                <a16:creationId xmlns:a16="http://schemas.microsoft.com/office/drawing/2014/main" id="{93605F65-E076-4261-8077-312AC4A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rPr>
              <a:t>ENTRY POINTS</a:t>
            </a:r>
          </a:p>
        </p:txBody>
      </p:sp>
      <p:sp>
        <p:nvSpPr>
          <p:cNvPr id="9" name="core-group">
            <a:extLst xmlns:a="http://schemas.openxmlformats.org/drawingml/2006/main">
              <a:ext uri="{FF2B5EF4-FFF2-40B4-BE49-F238E27FC236}">
                <a16:creationId xmlns:a16="http://schemas.microsoft.com/office/drawing/2014/main" id="{BD83E739-FF02-45D2-B604-79A04E69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4591050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14288">
            <a:solidFill>
              <a:srgbClr val="8FD2E7"/>
            </a:solidFill>
            <a:prstDash val="solid"/>
          </a:ln>
        </p:spPr>
      </p:sp>
      <p:sp>
        <p:nvSpPr>
          <p:cNvPr id="10" name="core-group-accent">
            <a:extLst xmlns:a="http://schemas.openxmlformats.org/drawingml/2006/main">
              <a:ext uri="{FF2B5EF4-FFF2-40B4-BE49-F238E27FC236}">
                <a16:creationId xmlns:a16="http://schemas.microsoft.com/office/drawing/2014/main" id="{B77C1D42-5577-4F7C-B4B8-75BB4F7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11" name="core-group-label">
            <a:extLst xmlns:a="http://schemas.openxmlformats.org/drawingml/2006/main">
              <a:ext uri="{FF2B5EF4-FFF2-40B4-BE49-F238E27FC236}">
                <a16:creationId xmlns:a16="http://schemas.microsoft.com/office/drawing/2014/main" id="{8D8F2B2C-CDCA-4032-AF77-3D5AC777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rPr>
              <a:t>CORE LOGIC AND CONTRACTS</a:t>
            </a:r>
          </a:p>
        </p:txBody>
      </p:sp>
      <p:sp>
        <p:nvSpPr>
          <p:cNvPr id="12" name="infra-group">
            <a:extLst xmlns:a="http://schemas.openxmlformats.org/drawingml/2006/main">
              <a:ext uri="{FF2B5EF4-FFF2-40B4-BE49-F238E27FC236}">
                <a16:creationId xmlns:a16="http://schemas.microsoft.com/office/drawing/2014/main" id="{D20270FC-4F58-484A-ACA3-310200C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29000" cy="440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3FC"/>
          </a:solidFill>
          <a:ln xmlns:a="http://schemas.openxmlformats.org/drawingml/2006/main" w="14288">
            <a:solidFill>
              <a:srgbClr val="CDBDEA"/>
            </a:solidFill>
            <a:prstDash val="solid"/>
          </a:ln>
        </p:spPr>
      </p:sp>
      <p:sp>
        <p:nvSpPr>
          <p:cNvPr id="13" name="infra-group-accent">
            <a:extLst xmlns:a="http://schemas.openxmlformats.org/drawingml/2006/main">
              <a:ext uri="{FF2B5EF4-FFF2-40B4-BE49-F238E27FC236}">
                <a16:creationId xmlns:a16="http://schemas.microsoft.com/office/drawing/2014/main" id="{804E4D36-1D8C-4B82-8608-174FC32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14" name="infra-group-label">
            <a:extLst xmlns:a="http://schemas.openxmlformats.org/drawingml/2006/main">
              <a:ext uri="{FF2B5EF4-FFF2-40B4-BE49-F238E27FC236}">
                <a16:creationId xmlns:a16="http://schemas.microsoft.com/office/drawing/2014/main" id="{126C8226-830E-4F58-969D-6C868DF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ADAPTERS AND LOCAL RUNTIME</a:t>
            </a:r>
          </a:p>
        </p:txBody>
      </p:sp>
      <p:sp>
        <p:nvSpPr>
          <p:cNvPr id="1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44C0A252-9B93-4A47-9388-8725BEB4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8122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rontend-node-marker">
            <a:extLst xmlns:a="http://schemas.openxmlformats.org/drawingml/2006/main">
              <a:ext uri="{FF2B5EF4-FFF2-40B4-BE49-F238E27FC236}">
                <a16:creationId xmlns:a16="http://schemas.microsoft.com/office/drawing/2014/main" id="{31F2AE3A-926D-48FD-8A81-B325E42A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145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17" name="frontend-node-title">
            <a:extLst xmlns:a="http://schemas.openxmlformats.org/drawingml/2006/main">
              <a:ext uri="{FF2B5EF4-FFF2-40B4-BE49-F238E27FC236}">
                <a16:creationId xmlns:a16="http://schemas.microsoft.com/office/drawing/2014/main" id="{22A157AF-2CFC-4D17-9547-3F1A3A1D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764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frontend/</a:t>
            </a:r>
          </a:p>
        </p:txBody>
      </p:sp>
      <p:sp>
        <p:nvSpPr>
          <p:cNvPr id="18" name="frontend-node-description">
            <a:extLst xmlns:a="http://schemas.openxmlformats.org/drawingml/2006/main">
              <a:ext uri="{FF2B5EF4-FFF2-40B4-BE49-F238E27FC236}">
                <a16:creationId xmlns:a16="http://schemas.microsoft.com/office/drawing/2014/main" id="{1BAB910E-E96D-4039-8ECA-5AE9650D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React dashboard</a:t>
            </a:r>
          </a:p>
        </p:txBody>
      </p:sp>
      <p:sp>
        <p:nvSpPr>
          <p:cNvPr id="19" name="api-node">
            <a:extLst xmlns:a="http://schemas.openxmlformats.org/drawingml/2006/main">
              <a:ext uri="{FF2B5EF4-FFF2-40B4-BE49-F238E27FC236}">
                <a16:creationId xmlns:a16="http://schemas.microsoft.com/office/drawing/2014/main" id="{3A62C111-6218-4D81-A35A-ED0CB1BC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2057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pi-node-marker">
            <a:extLst xmlns:a="http://schemas.openxmlformats.org/drawingml/2006/main">
              <a:ext uri="{FF2B5EF4-FFF2-40B4-BE49-F238E27FC236}">
                <a16:creationId xmlns:a16="http://schemas.microsoft.com/office/drawing/2014/main" id="{0CE35EB7-B04F-45DA-91F6-61460C80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1" name="api-node-title">
            <a:extLst xmlns:a="http://schemas.openxmlformats.org/drawingml/2006/main">
              <a:ext uri="{FF2B5EF4-FFF2-40B4-BE49-F238E27FC236}">
                <a16:creationId xmlns:a16="http://schemas.microsoft.com/office/drawing/2014/main" id="{A3E98811-2ED8-473B-93EE-ACBB02E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api/</a:t>
            </a:r>
          </a:p>
        </p:txBody>
      </p:sp>
      <p:sp>
        <p:nvSpPr>
          <p:cNvPr id="22" name="api-node-description">
            <a:extLst xmlns:a="http://schemas.openxmlformats.org/drawingml/2006/main">
              <a:ext uri="{FF2B5EF4-FFF2-40B4-BE49-F238E27FC236}">
                <a16:creationId xmlns:a16="http://schemas.microsoft.com/office/drawing/2014/main" id="{3AFF7F18-C99B-4568-A452-75E7224B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57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Typer CLI and FastAPI routers</a:t>
            </a:r>
          </a:p>
        </p:txBody>
      </p:sp>
      <p:sp>
        <p:nvSpPr>
          <p:cNvPr id="23" name="worker-node">
            <a:extLst xmlns:a="http://schemas.openxmlformats.org/drawingml/2006/main">
              <a:ext uri="{FF2B5EF4-FFF2-40B4-BE49-F238E27FC236}">
                <a16:creationId xmlns:a16="http://schemas.microsoft.com/office/drawing/2014/main" id="{563DF5FD-3E9B-4F82-9E86-A1C81283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2917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worker-node-marker">
            <a:extLst xmlns:a="http://schemas.openxmlformats.org/drawingml/2006/main">
              <a:ext uri="{FF2B5EF4-FFF2-40B4-BE49-F238E27FC236}">
                <a16:creationId xmlns:a16="http://schemas.microsoft.com/office/drawing/2014/main" id="{6C928EC6-A8DF-41EA-943D-D80B3250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5" name="worker-node-title">
            <a:extLst xmlns:a="http://schemas.openxmlformats.org/drawingml/2006/main">
              <a:ext uri="{FF2B5EF4-FFF2-40B4-BE49-F238E27FC236}">
                <a16:creationId xmlns:a16="http://schemas.microsoft.com/office/drawing/2014/main" id="{DA5C7134-0BA0-43BF-95F7-6DB7E82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worker.py</a:t>
            </a:r>
          </a:p>
        </p:txBody>
      </p:sp>
      <p:sp>
        <p:nvSpPr>
          <p:cNvPr id="26" name="worker-node-description">
            <a:extLst xmlns:a="http://schemas.openxmlformats.org/drawingml/2006/main">
              <a:ext uri="{FF2B5EF4-FFF2-40B4-BE49-F238E27FC236}">
                <a16:creationId xmlns:a16="http://schemas.microsoft.com/office/drawing/2014/main" id="{9EBCE163-D6B6-4170-B2D9-81F3796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Local job processor</a:t>
            </a:r>
          </a:p>
        </p:txBody>
      </p:sp>
      <p:sp>
        <p:nvSpPr>
          <p:cNvPr id="27" name="bootstrap-node">
            <a:extLst xmlns:a="http://schemas.openxmlformats.org/drawingml/2006/main">
              <a:ext uri="{FF2B5EF4-FFF2-40B4-BE49-F238E27FC236}">
                <a16:creationId xmlns:a16="http://schemas.microsoft.com/office/drawing/2014/main" id="{3201C3AD-56D3-4C11-A727-11E1FBF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133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8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bootstrap-node-marker">
            <a:extLst xmlns:a="http://schemas.openxmlformats.org/drawingml/2006/main">
              <a:ext uri="{FF2B5EF4-FFF2-40B4-BE49-F238E27FC236}">
                <a16:creationId xmlns:a16="http://schemas.microsoft.com/office/drawing/2014/main" id="{D29ED2DB-9E8F-4D54-AF26-718AE0D8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B72"/>
          </a:solidFill>
          <a:ln xmlns:a="http://schemas.openxmlformats.org/drawingml/2006/main" w="0">
            <a:solidFill>
              <a:srgbClr val="2D8B72"/>
            </a:solidFill>
            <a:prstDash val="solid"/>
          </a:ln>
        </p:spPr>
      </p:sp>
      <p:sp>
        <p:nvSpPr>
          <p:cNvPr id="29" name="bootstrap-node-title">
            <a:extLst xmlns:a="http://schemas.openxmlformats.org/drawingml/2006/main">
              <a:ext uri="{FF2B5EF4-FFF2-40B4-BE49-F238E27FC236}">
                <a16:creationId xmlns:a16="http://schemas.microsoft.com/office/drawing/2014/main" id="{AE595D44-7B69-4F75-8D26-F554DC19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bootstrap.py</a:t>
            </a:r>
          </a:p>
        </p:txBody>
      </p:sp>
      <p:sp>
        <p:nvSpPr>
          <p:cNvPr id="30" name="bootstrap-node-description">
            <a:extLst xmlns:a="http://schemas.openxmlformats.org/drawingml/2006/main">
              <a:ext uri="{FF2B5EF4-FFF2-40B4-BE49-F238E27FC236}">
                <a16:creationId xmlns:a16="http://schemas.microsoft.com/office/drawing/2014/main" id="{C12B7FC3-F64B-456F-9270-88C0B82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Composition root</a:t>
            </a:r>
          </a:p>
        </p:txBody>
      </p:sp>
      <p:sp>
        <p:nvSpPr>
          <p:cNvPr id="31" name="application-node">
            <a:extLst xmlns:a="http://schemas.openxmlformats.org/drawingml/2006/main">
              <a:ext uri="{FF2B5EF4-FFF2-40B4-BE49-F238E27FC236}">
                <a16:creationId xmlns:a16="http://schemas.microsoft.com/office/drawing/2014/main" id="{1C985E21-C3A9-4B78-85C0-C22D188F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1847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application-node-marker">
            <a:extLst xmlns:a="http://schemas.openxmlformats.org/drawingml/2006/main">
              <a:ext uri="{FF2B5EF4-FFF2-40B4-BE49-F238E27FC236}">
                <a16:creationId xmlns:a16="http://schemas.microsoft.com/office/drawing/2014/main" id="{5E7739F9-7917-48FE-8BD4-2EB08696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3" name="application-node-title">
            <a:extLst xmlns:a="http://schemas.openxmlformats.org/drawingml/2006/main">
              <a:ext uri="{FF2B5EF4-FFF2-40B4-BE49-F238E27FC236}">
                <a16:creationId xmlns:a16="http://schemas.microsoft.com/office/drawing/2014/main" id="{29B9C620-5E77-40B4-B4DC-E41F842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application/</a:t>
            </a:r>
          </a:p>
        </p:txBody>
      </p:sp>
      <p:sp>
        <p:nvSpPr>
          <p:cNvPr id="34" name="application-node-description">
            <a:extLst xmlns:a="http://schemas.openxmlformats.org/drawingml/2006/main">
              <a:ext uri="{FF2B5EF4-FFF2-40B4-BE49-F238E27FC236}">
                <a16:creationId xmlns:a16="http://schemas.microsoft.com/office/drawing/2014/main" id="{975A117A-B55C-4ED8-A0B6-BC32D62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 cases and normalization</a:t>
            </a:r>
          </a:p>
        </p:txBody>
      </p:sp>
      <p:sp>
        <p:nvSpPr>
          <p:cNvPr id="35" name="domain-node">
            <a:extLst xmlns:a="http://schemas.openxmlformats.org/drawingml/2006/main">
              <a:ext uri="{FF2B5EF4-FFF2-40B4-BE49-F238E27FC236}">
                <a16:creationId xmlns:a16="http://schemas.microsoft.com/office/drawing/2014/main" id="{AB5B92A1-0B8D-4AF8-9DA2-2EBFFBB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981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domain-node-marker">
            <a:extLst xmlns:a="http://schemas.openxmlformats.org/drawingml/2006/main">
              <a:ext uri="{FF2B5EF4-FFF2-40B4-BE49-F238E27FC236}">
                <a16:creationId xmlns:a16="http://schemas.microsoft.com/office/drawing/2014/main" id="{EF87520F-A969-4C23-9781-6E37CF90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7" name="domain-node-title">
            <a:extLst xmlns:a="http://schemas.openxmlformats.org/drawingml/2006/main">
              <a:ext uri="{FF2B5EF4-FFF2-40B4-BE49-F238E27FC236}">
                <a16:creationId xmlns:a16="http://schemas.microsoft.com/office/drawing/2014/main" id="{E190981A-8CA5-4E17-9423-6DC1517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domain/</a:t>
            </a:r>
          </a:p>
        </p:txBody>
      </p:sp>
      <p:sp>
        <p:nvSpPr>
          <p:cNvPr id="38" name="domain-node-description">
            <a:extLst xmlns:a="http://schemas.openxmlformats.org/drawingml/2006/main">
              <a:ext uri="{FF2B5EF4-FFF2-40B4-BE49-F238E27FC236}">
                <a16:creationId xmlns:a16="http://schemas.microsoft.com/office/drawing/2014/main" id="{83692D3E-F33A-41FB-B9BB-E99BECDE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Evidence models, policy, scoring, report schemas, jobs and ML</a:t>
            </a:r>
          </a:p>
        </p:txBody>
      </p:sp>
      <p:sp>
        <p:nvSpPr>
          <p:cNvPr id="39" name="ports-node">
            <a:extLst xmlns:a="http://schemas.openxmlformats.org/drawingml/2006/main">
              <a:ext uri="{FF2B5EF4-FFF2-40B4-BE49-F238E27FC236}">
                <a16:creationId xmlns:a16="http://schemas.microsoft.com/office/drawing/2014/main" id="{4D903F57-D589-4D8D-B99B-FA2851A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1981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ports-node-marker">
            <a:extLst xmlns:a="http://schemas.openxmlformats.org/drawingml/2006/main">
              <a:ext uri="{FF2B5EF4-FFF2-40B4-BE49-F238E27FC236}">
                <a16:creationId xmlns:a16="http://schemas.microsoft.com/office/drawing/2014/main" id="{6123F19A-3B82-4125-AD49-1705B5A7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1" name="ports-node-title">
            <a:extLst xmlns:a="http://schemas.openxmlformats.org/drawingml/2006/main">
              <a:ext uri="{FF2B5EF4-FFF2-40B4-BE49-F238E27FC236}">
                <a16:creationId xmlns:a16="http://schemas.microsoft.com/office/drawing/2014/main" id="{60DFB47E-4E4E-4C79-9E61-E5E0D810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57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ports/</a:t>
            </a:r>
          </a:p>
        </p:txBody>
      </p:sp>
      <p:sp>
        <p:nvSpPr>
          <p:cNvPr id="42" name="ports-node-description">
            <a:extLst xmlns:a="http://schemas.openxmlformats.org/drawingml/2006/main">
              <a:ext uri="{FF2B5EF4-FFF2-40B4-BE49-F238E27FC236}">
                <a16:creationId xmlns:a16="http://schemas.microsoft.com/office/drawing/2014/main" id="{4CB80A82-DE1C-47E7-8149-ACFC802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244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Analyzer, storage, report and ML contracts</a:t>
            </a:r>
          </a:p>
        </p:txBody>
      </p:sp>
      <p:sp>
        <p:nvSpPr>
          <p:cNvPr id="43" name="adapters-node">
            <a:extLst xmlns:a="http://schemas.openxmlformats.org/drawingml/2006/main">
              <a:ext uri="{FF2B5EF4-FFF2-40B4-BE49-F238E27FC236}">
                <a16:creationId xmlns:a16="http://schemas.microsoft.com/office/drawing/2014/main" id="{5F58DD39-0975-49FD-A691-DA1FC65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dapters-node-marker">
            <a:extLst xmlns:a="http://schemas.openxmlformats.org/drawingml/2006/main">
              <a:ext uri="{FF2B5EF4-FFF2-40B4-BE49-F238E27FC236}">
                <a16:creationId xmlns:a16="http://schemas.microsoft.com/office/drawing/2014/main" id="{8D7BFA5A-9A75-436F-A708-7C518F4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5" name="adapters-node-title">
            <a:extLst xmlns:a="http://schemas.openxmlformats.org/drawingml/2006/main">
              <a:ext uri="{FF2B5EF4-FFF2-40B4-BE49-F238E27FC236}">
                <a16:creationId xmlns:a16="http://schemas.microsoft.com/office/drawing/2014/main" id="{C8C2FD7E-46C8-4DAA-9C1C-5433007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adapters/</a:t>
            </a:r>
          </a:p>
        </p:txBody>
      </p:sp>
      <p:sp>
        <p:nvSpPr>
          <p:cNvPr id="46" name="adapt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8208AA60-18B7-464A-B6E0-505510D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 runners, filesystem persistence, reporting, PKI and reference data, advisory ML</a:t>
            </a:r>
          </a:p>
        </p:txBody>
      </p:sp>
      <p:sp>
        <p:nvSpPr>
          <p:cNvPr id="47" name="analyzers-node">
            <a:extLst xmlns:a="http://schemas.openxmlformats.org/drawingml/2006/main">
              <a:ext uri="{FF2B5EF4-FFF2-40B4-BE49-F238E27FC236}">
                <a16:creationId xmlns:a16="http://schemas.microsoft.com/office/drawing/2014/main" id="{1CAB5CAE-8090-4651-AC2F-A889593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analyzers-node-marker">
            <a:extLst xmlns:a="http://schemas.openxmlformats.org/drawingml/2006/main">
              <a:ext uri="{FF2B5EF4-FFF2-40B4-BE49-F238E27FC236}">
                <a16:creationId xmlns:a16="http://schemas.microsoft.com/office/drawing/2014/main" id="{29E5F25F-4426-4A20-AAA0-5227A03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9" name="analyzers-node-title">
            <a:extLst xmlns:a="http://schemas.openxmlformats.org/drawingml/2006/main">
              <a:ext uri="{FF2B5EF4-FFF2-40B4-BE49-F238E27FC236}">
                <a16:creationId xmlns:a16="http://schemas.microsoft.com/office/drawing/2014/main" id="{C843BEED-9AC8-45E4-BE96-D813400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Zeek + TShark</a:t>
            </a:r>
          </a:p>
        </p:txBody>
      </p:sp>
      <p:sp>
        <p:nvSpPr>
          <p:cNvPr id="50" name="analyz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E77443BB-010C-4339-9FC9-CE22F04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Offline Docker analyzers</a:t>
            </a:r>
          </a:p>
        </p:txBody>
      </p:sp>
      <p:sp>
        <p:nvSpPr>
          <p:cNvPr id="51" name="filesystem-node">
            <a:extLst xmlns:a="http://schemas.openxmlformats.org/drawingml/2006/main">
              <a:ext uri="{FF2B5EF4-FFF2-40B4-BE49-F238E27FC236}">
                <a16:creationId xmlns:a16="http://schemas.microsoft.com/office/drawing/2014/main" id="{807ADB09-7040-4F1E-83CD-93406772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filesystem-node-marker">
            <a:extLst xmlns:a="http://schemas.openxmlformats.org/drawingml/2006/main">
              <a:ext uri="{FF2B5EF4-FFF2-40B4-BE49-F238E27FC236}">
                <a16:creationId xmlns:a16="http://schemas.microsoft.com/office/drawing/2014/main" id="{D966A386-FBC6-478D-A99B-1133F68B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53" name="filesystem-node-title">
            <a:extLst xmlns:a="http://schemas.openxmlformats.org/drawingml/2006/main">
              <a:ext uri="{FF2B5EF4-FFF2-40B4-BE49-F238E27FC236}">
                <a16:creationId xmlns:a16="http://schemas.microsoft.com/office/drawing/2014/main" id="{0399CEA5-C386-415A-9CD0-3E1FD71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Local filesystem</a:t>
            </a:r>
          </a:p>
        </p:txBody>
      </p:sp>
      <p:sp>
        <p:nvSpPr>
          <p:cNvPr id="54" name="filesystem-node-description">
            <a:extLst xmlns:a="http://schemas.openxmlformats.org/drawingml/2006/main">
              <a:ext uri="{FF2B5EF4-FFF2-40B4-BE49-F238E27FC236}">
                <a16:creationId xmlns:a16="http://schemas.microsoft.com/office/drawing/2014/main" id="{BD941C88-FF46-4FA6-AB49-0935BF2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Jobs, catalog, artifacts and ML history</a:t>
            </a:r>
          </a:p>
        </p:txBody>
      </p:sp>
      <p:cxnSp>
        <p:nvCxnSpPr>
          <p:cNvPr id="14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95475" y="29051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895475" y="41719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F91A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24175" y="3733800"/>
            <a:ext cx="6191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924175" y="3829050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391150" y="3829050"/>
            <a:ext cx="3048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31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467225" y="4286250"/>
            <a:ext cx="1228725" cy="1066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7677150" y="2828925"/>
            <a:ext cx="6572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2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924175" y="2486025"/>
            <a:ext cx="61912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4467225" y="2819400"/>
            <a:ext cx="11430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27" idx="3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V="1">
            <a:off x="7677150" y="2152650"/>
            <a:ext cx="2133600" cy="33337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024938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810750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label-http-bg">
            <a:extLst xmlns:a="http://schemas.openxmlformats.org/drawingml/2006/main">
              <a:ext uri="{FF2B5EF4-FFF2-40B4-BE49-F238E27FC236}">
                <a16:creationId xmlns:a16="http://schemas.microsoft.com/office/drawing/2014/main" id="{7E3648E1-AD2F-4AE4-B225-23D36193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68" name="label-http">
            <a:extLst xmlns:a="http://schemas.openxmlformats.org/drawingml/2006/main">
              <a:ext uri="{FF2B5EF4-FFF2-40B4-BE49-F238E27FC236}">
                <a16:creationId xmlns:a16="http://schemas.microsoft.com/office/drawing/2014/main" id="{E9AA82E0-8540-4A17-AF9B-4D08C0A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HTTP API</a:t>
            </a:r>
          </a:p>
        </p:txBody>
      </p:sp>
      <p:sp>
        <p:nvSpPr>
          <p:cNvPr id="69" name="label-spawns-bg">
            <a:extLst xmlns:a="http://schemas.openxmlformats.org/drawingml/2006/main">
              <a:ext uri="{FF2B5EF4-FFF2-40B4-BE49-F238E27FC236}">
                <a16:creationId xmlns:a16="http://schemas.microsoft.com/office/drawing/2014/main" id="{631EB5F7-5C1A-4468-BDA8-0E728D2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0" name="label-spawns">
            <a:extLst xmlns:a="http://schemas.openxmlformats.org/drawingml/2006/main">
              <a:ext uri="{FF2B5EF4-FFF2-40B4-BE49-F238E27FC236}">
                <a16:creationId xmlns:a16="http://schemas.microsoft.com/office/drawing/2014/main" id="{CABC5D39-9D18-4B73-B17E-0AF6C0E9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spawns</a:t>
            </a:r>
          </a:p>
        </p:txBody>
      </p:sp>
      <p:sp>
        <p:nvSpPr>
          <p:cNvPr id="71" name="label-api-calls-bg">
            <a:extLst xmlns:a="http://schemas.openxmlformats.org/drawingml/2006/main">
              <a:ext uri="{FF2B5EF4-FFF2-40B4-BE49-F238E27FC236}">
                <a16:creationId xmlns:a16="http://schemas.microsoft.com/office/drawing/2014/main" id="{CE689D22-EE22-4052-91A4-6563113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2" name="label-api-calls">
            <a:extLst xmlns:a="http://schemas.openxmlformats.org/drawingml/2006/main">
              <a:ext uri="{FF2B5EF4-FFF2-40B4-BE49-F238E27FC236}">
                <a16:creationId xmlns:a16="http://schemas.microsoft.com/office/drawing/2014/main" id="{4026FBB6-C139-4C73-AC0C-DEF2A09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3" name="label-worker-calls-bg">
            <a:extLst xmlns:a="http://schemas.openxmlformats.org/drawingml/2006/main">
              <a:ext uri="{FF2B5EF4-FFF2-40B4-BE49-F238E27FC236}">
                <a16:creationId xmlns:a16="http://schemas.microsoft.com/office/drawing/2014/main" id="{74055D72-B615-4727-97A1-644CB77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4" name="label-worker-calls">
            <a:extLst xmlns:a="http://schemas.openxmlformats.org/drawingml/2006/main">
              <a:ext uri="{FF2B5EF4-FFF2-40B4-BE49-F238E27FC236}">
                <a16:creationId xmlns:a16="http://schemas.microsoft.com/office/drawing/2014/main" id="{14966D77-BCF1-4FD3-BF14-E55BB4DE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5" name="label-uses-bg">
            <a:extLst xmlns:a="http://schemas.openxmlformats.org/drawingml/2006/main">
              <a:ext uri="{FF2B5EF4-FFF2-40B4-BE49-F238E27FC236}">
                <a16:creationId xmlns:a16="http://schemas.microsoft.com/office/drawing/2014/main" id="{EEC0F015-F3EC-4EF5-98C9-7067876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38550"/>
            <a:ext cx="3619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6" name="label-uses">
            <a:extLst xmlns:a="http://schemas.openxmlformats.org/drawingml/2006/main">
              <a:ext uri="{FF2B5EF4-FFF2-40B4-BE49-F238E27FC236}">
                <a16:creationId xmlns:a16="http://schemas.microsoft.com/office/drawing/2014/main" id="{C46FB34A-FE06-4079-9EFD-C29FE6D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38550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sp>
        <p:nvSpPr>
          <p:cNvPr id="77" name="label-depends-bg">
            <a:extLst xmlns:a="http://schemas.openxmlformats.org/drawingml/2006/main">
              <a:ext uri="{FF2B5EF4-FFF2-40B4-BE49-F238E27FC236}">
                <a16:creationId xmlns:a16="http://schemas.microsoft.com/office/drawing/2014/main" id="{456ACECC-F13E-4ACC-945F-965DF00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8" name="label-depends">
            <a:extLst xmlns:a="http://schemas.openxmlformats.org/drawingml/2006/main">
              <a:ext uri="{FF2B5EF4-FFF2-40B4-BE49-F238E27FC236}">
                <a16:creationId xmlns:a16="http://schemas.microsoft.com/office/drawing/2014/main" id="{DFB24044-C444-4D17-8501-357A449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depends on</a:t>
            </a:r>
          </a:p>
        </p:txBody>
      </p:sp>
      <p:sp>
        <p:nvSpPr>
          <p:cNvPr id="79" name="label-implements-bg">
            <a:extLst xmlns:a="http://schemas.openxmlformats.org/drawingml/2006/main">
              <a:ext uri="{FF2B5EF4-FFF2-40B4-BE49-F238E27FC236}">
                <a16:creationId xmlns:a16="http://schemas.microsoft.com/office/drawing/2014/main" id="{66805305-BE1D-4435-BB55-218B8E5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43425"/>
            <a:ext cx="98107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0" name="label-implements">
            <a:extLst xmlns:a="http://schemas.openxmlformats.org/drawingml/2006/main">
              <a:ext uri="{FF2B5EF4-FFF2-40B4-BE49-F238E27FC236}">
                <a16:creationId xmlns:a16="http://schemas.microsoft.com/office/drawing/2014/main" id="{1A1BEBEB-475B-47C3-93AE-5F71F92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43425"/>
            <a:ext cx="981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implemented by</a:t>
            </a:r>
          </a:p>
        </p:txBody>
      </p:sp>
      <p:sp>
        <p:nvSpPr>
          <p:cNvPr id="81" name="label-wires-bg">
            <a:extLst xmlns:a="http://schemas.openxmlformats.org/drawingml/2006/main">
              <a:ext uri="{FF2B5EF4-FFF2-40B4-BE49-F238E27FC236}">
                <a16:creationId xmlns:a16="http://schemas.microsoft.com/office/drawing/2014/main" id="{F850444B-9B40-4B32-9AD3-F22E4A2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2" name="label-wires">
            <a:extLst xmlns:a="http://schemas.openxmlformats.org/drawingml/2006/main">
              <a:ext uri="{FF2B5EF4-FFF2-40B4-BE49-F238E27FC236}">
                <a16:creationId xmlns:a16="http://schemas.microsoft.com/office/drawing/2014/main" id="{5C50AC5B-E829-4F9F-BAB2-3ED774E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rPr>
              <a:t>wires</a:t>
            </a:r>
          </a:p>
        </p:txBody>
      </p:sp>
      <p:sp>
        <p:nvSpPr>
          <p:cNvPr id="83" name="label-launches-bg">
            <a:extLst xmlns:a="http://schemas.openxmlformats.org/drawingml/2006/main">
              <a:ext uri="{FF2B5EF4-FFF2-40B4-BE49-F238E27FC236}">
                <a16:creationId xmlns:a16="http://schemas.microsoft.com/office/drawing/2014/main" id="{8E20B598-253C-463E-9E64-07E4782D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4" name="label-launches">
            <a:extLst xmlns:a="http://schemas.openxmlformats.org/drawingml/2006/main">
              <a:ext uri="{FF2B5EF4-FFF2-40B4-BE49-F238E27FC236}">
                <a16:creationId xmlns:a16="http://schemas.microsoft.com/office/drawing/2014/main" id="{3B1EF5F7-7EFB-465A-BD3B-D65014E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launches</a:t>
            </a:r>
          </a:p>
        </p:txBody>
      </p:sp>
      <p:sp>
        <p:nvSpPr>
          <p:cNvPr id="85" name="label-storage-bg">
            <a:extLst xmlns:a="http://schemas.openxmlformats.org/drawingml/2006/main">
              <a:ext uri="{FF2B5EF4-FFF2-40B4-BE49-F238E27FC236}">
                <a16:creationId xmlns:a16="http://schemas.microsoft.com/office/drawing/2014/main" id="{B71F750B-F9E0-4E07-9053-C515851A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6" name="label-storage">
            <a:extLst xmlns:a="http://schemas.openxmlformats.org/drawingml/2006/main">
              <a:ext uri="{FF2B5EF4-FFF2-40B4-BE49-F238E27FC236}">
                <a16:creationId xmlns:a16="http://schemas.microsoft.com/office/drawing/2014/main" id="{F8B6DD60-786D-4324-AEDC-CBEC225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reads and writes</a:t>
            </a:r>
          </a:p>
        </p:txBody>
      </p:sp>
    </p:spTree>
    <p:extLst>
      <p:ext uri="{BB962C8B-B14F-4D97-AF65-F5344CB8AC3E}">
        <p14:creationId xmlns:p14="http://schemas.microsoft.com/office/powerpoint/2010/main" val="2122169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2026-09-07T06:33:39.4850000Z</dcterms:created>
  <dcterms:modified xsi:type="dcterms:W3CDTF">2026-09-07T06:33:39.4850000Z</dcterms:modified>
</coreProperties>
</file>