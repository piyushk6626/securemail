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097fbd0a864a18" /><Relationship Type="http://schemas.openxmlformats.org/officeDocument/2006/relationships/extended-properties" Target="/docProps/app.xml" Id="Re532b356ee2e4859" /><Relationship Type="http://schemas.openxmlformats.org/officeDocument/2006/relationships/officeDocument" Target="/ppt/presentation.xml" Id="Rd3cfba3041cd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92791a3914049"/>
  </p:sldMasterIdLst>
  <p:notesMasterIdLst>
    <p:notesMasterId xmlns:r="http://schemas.openxmlformats.org/officeDocument/2006/relationships" r:id="R8db0d0449cc44fff"/>
  </p:notesMasterIdLst>
  <p:sldIdLst>
    <p:sldId xmlns:r="http://schemas.openxmlformats.org/officeDocument/2006/relationships" id="256" r:id="R79f4ffd6baf342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871a70d1c47d8" /><Relationship Type="http://schemas.openxmlformats.org/officeDocument/2006/relationships/slideMaster" Target="/ppt/slideMasters/slideMaster1.xml" Id="R92792791a3914049" /><Relationship Type="http://schemas.openxmlformats.org/officeDocument/2006/relationships/notesMaster" Target="/ppt/notesMasters/notesMaster1.xml" Id="R8db0d0449cc44fff" /><Relationship Type="http://schemas.openxmlformats.org/officeDocument/2006/relationships/presProps" Target="/ppt/presProps.xml" Id="Re33482ccd5af49ca" /><Relationship Type="http://schemas.openxmlformats.org/officeDocument/2006/relationships/tableStyles" Target="/ppt/tableStyles.xml" Id="R23de7f8c17f04bce" /><Relationship Type="http://schemas.openxmlformats.org/officeDocument/2006/relationships/slide" Target="/ppt/slides/slide1.xml" Id="R79f4ffd6baf3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7a194038a0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946b068b04a3f" /><Relationship Type="http://schemas.openxmlformats.org/officeDocument/2006/relationships/notesMaster" Target="/ppt/notesMasters/notesMaster1.xml" Id="R41b11cb6f55647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component and package view. Arrows show calls, dependencies, implementation, composition, or runtime lifecycle. They do not represent the capture-processing sequence.</a:t>
            </a:r>
          </a:p>
          <a:p xmlns:a="http://schemas.openxmlformats.org/drawingml/2006/main">
            <a:r>
              <a:t>Sources: docs/development/repository-map.md; docs/architecture/clean-architecture.md; docs/architecture/runtime-topology.md; docs/architecture/frontend-data-flow.md; src/securemail/bootstrap.py; src/securemail/worker.py.</a:t>
            </a:r>
          </a:p>
          <a:p xmlns:a="http://schemas.openxmlformats.org/drawingml/2006/main">
            <a:r>
              <a:t>Verified against the repository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1f8135235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7754877f904b72" /><Relationship Type="http://schemas.openxmlformats.org/officeDocument/2006/relationships/slideLayout" Target="/ppt/slideLayouts/slideLayout1.xml" Id="R5a2a6ae63c92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a6ae63c92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95add87bb49a9" /><Relationship Type="http://schemas.openxmlformats.org/officeDocument/2006/relationships/notesSlide" Target="/ppt/notesSlides/notesSlide1.xml" Id="R08021bffab654a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19688215-2BBA-464D-85CA-E954FBC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SecureMail component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2ACE86-1239-4F6A-9F42-FAEA8AA5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Current packages, runtime components and dependency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9CD3A6E-7B32-4AC6-AF13-5DABD491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" name="securemail-workstation">
            <a:extLst xmlns:a="http://schemas.openxmlformats.org/drawingml/2006/main">
              <a:ext uri="{FF2B5EF4-FFF2-40B4-BE49-F238E27FC236}">
                <a16:creationId xmlns:a16="http://schemas.microsoft.com/office/drawing/2014/main" id="{BA9C2282-C969-4E28-8A8A-CADAFF8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506730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9B8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C5018A92-B3EC-4668-8144-2882D76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SECUREMAIL WORKSTATION</a:t>
            </a:r>
          </a:p>
        </p:txBody>
      </p:sp>
      <p:sp>
        <p:nvSpPr>
          <p:cNvPr id="6" name="entry-group">
            <a:extLst xmlns:a="http://schemas.openxmlformats.org/drawingml/2006/main">
              <a:ext uri="{FF2B5EF4-FFF2-40B4-BE49-F238E27FC236}">
                <a16:creationId xmlns:a16="http://schemas.microsoft.com/office/drawing/2014/main" id="{08944CE8-C653-4F3D-B1A0-46857AB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57450" cy="4400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9D5DF"/>
            </a:solidFill>
            <a:prstDash val="solid"/>
          </a:ln>
        </p:spPr>
      </p:sp>
      <p:sp>
        <p:nvSpPr>
          <p:cNvPr id="7" name="entry-group-accent">
            <a:extLst xmlns:a="http://schemas.openxmlformats.org/drawingml/2006/main">
              <a:ext uri="{FF2B5EF4-FFF2-40B4-BE49-F238E27FC236}">
                <a16:creationId xmlns:a16="http://schemas.microsoft.com/office/drawing/2014/main" id="{A463C65E-58EC-4E4A-953C-908B5D41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8" name="entry-group-label">
            <a:extLst xmlns:a="http://schemas.openxmlformats.org/drawingml/2006/main">
              <a:ext uri="{FF2B5EF4-FFF2-40B4-BE49-F238E27FC236}">
                <a16:creationId xmlns:a16="http://schemas.microsoft.com/office/drawing/2014/main" id="{0E9DC380-335A-40BC-840B-44BF64CF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rPr>
              <a:t>ENTRY POINTS</a:t>
            </a:r>
          </a:p>
        </p:txBody>
      </p:sp>
      <p:sp>
        <p:nvSpPr>
          <p:cNvPr id="9" name="core-group">
            <a:extLst xmlns:a="http://schemas.openxmlformats.org/drawingml/2006/main">
              <a:ext uri="{FF2B5EF4-FFF2-40B4-BE49-F238E27FC236}">
                <a16:creationId xmlns:a16="http://schemas.microsoft.com/office/drawing/2014/main" id="{D6758C6C-8E58-430B-8BE4-1C6732DE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4591050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14288">
            <a:solidFill>
              <a:srgbClr val="8FD2E7"/>
            </a:solidFill>
            <a:prstDash val="solid"/>
          </a:ln>
        </p:spPr>
      </p:sp>
      <p:sp>
        <p:nvSpPr>
          <p:cNvPr id="10" name="core-group-accent">
            <a:extLst xmlns:a="http://schemas.openxmlformats.org/drawingml/2006/main">
              <a:ext uri="{FF2B5EF4-FFF2-40B4-BE49-F238E27FC236}">
                <a16:creationId xmlns:a16="http://schemas.microsoft.com/office/drawing/2014/main" id="{AC9855AA-0925-44E0-B754-397FA37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11" name="core-group-label">
            <a:extLst xmlns:a="http://schemas.openxmlformats.org/drawingml/2006/main">
              <a:ext uri="{FF2B5EF4-FFF2-40B4-BE49-F238E27FC236}">
                <a16:creationId xmlns:a16="http://schemas.microsoft.com/office/drawing/2014/main" id="{A75209B1-F844-431C-9994-4109961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rPr>
              <a:t>CORE LOGIC AND CONTRACTS</a:t>
            </a:r>
          </a:p>
        </p:txBody>
      </p:sp>
      <p:sp>
        <p:nvSpPr>
          <p:cNvPr id="12" name="infra-group">
            <a:extLst xmlns:a="http://schemas.openxmlformats.org/drawingml/2006/main">
              <a:ext uri="{FF2B5EF4-FFF2-40B4-BE49-F238E27FC236}">
                <a16:creationId xmlns:a16="http://schemas.microsoft.com/office/drawing/2014/main" id="{6910AEEF-03CF-4DCD-BFCE-5CF5A8A4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29000" cy="440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3FC"/>
          </a:solidFill>
          <a:ln xmlns:a="http://schemas.openxmlformats.org/drawingml/2006/main" w="14288">
            <a:solidFill>
              <a:srgbClr val="CDBDEA"/>
            </a:solidFill>
            <a:prstDash val="solid"/>
          </a:ln>
        </p:spPr>
      </p:sp>
      <p:sp>
        <p:nvSpPr>
          <p:cNvPr id="13" name="infra-group-accent">
            <a:extLst xmlns:a="http://schemas.openxmlformats.org/drawingml/2006/main">
              <a:ext uri="{FF2B5EF4-FFF2-40B4-BE49-F238E27FC236}">
                <a16:creationId xmlns:a16="http://schemas.microsoft.com/office/drawing/2014/main" id="{3D56003B-7D4D-4720-9A8A-4150ADFA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14" name="infra-group-label">
            <a:extLst xmlns:a="http://schemas.openxmlformats.org/drawingml/2006/main">
              <a:ext uri="{FF2B5EF4-FFF2-40B4-BE49-F238E27FC236}">
                <a16:creationId xmlns:a16="http://schemas.microsoft.com/office/drawing/2014/main" id="{5FB269D3-90DE-4752-9C78-DA8DEFB6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ADAPTERS AND LOCAL RUNTIME</a:t>
            </a:r>
          </a:p>
        </p:txBody>
      </p:sp>
      <p:sp>
        <p:nvSpPr>
          <p:cNvPr id="1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795B0C4A-E0C2-41A6-9A4A-5F5E5478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8122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rontend-node-marker">
            <a:extLst xmlns:a="http://schemas.openxmlformats.org/drawingml/2006/main">
              <a:ext uri="{FF2B5EF4-FFF2-40B4-BE49-F238E27FC236}">
                <a16:creationId xmlns:a16="http://schemas.microsoft.com/office/drawing/2014/main" id="{BFFF04BC-A7F1-4BFC-9E4D-DEBFCC01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145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17" name="frontend-node-title">
            <a:extLst xmlns:a="http://schemas.openxmlformats.org/drawingml/2006/main">
              <a:ext uri="{FF2B5EF4-FFF2-40B4-BE49-F238E27FC236}">
                <a16:creationId xmlns:a16="http://schemas.microsoft.com/office/drawing/2014/main" id="{43348E9A-BF1B-4734-8B17-38BC5A75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764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frontend/</a:t>
            </a:r>
          </a:p>
        </p:txBody>
      </p:sp>
      <p:sp>
        <p:nvSpPr>
          <p:cNvPr id="18" name="frontend-node-description">
            <a:extLst xmlns:a="http://schemas.openxmlformats.org/drawingml/2006/main">
              <a:ext uri="{FF2B5EF4-FFF2-40B4-BE49-F238E27FC236}">
                <a16:creationId xmlns:a16="http://schemas.microsoft.com/office/drawing/2014/main" id="{D8C3327C-AED9-4920-B18C-5E61F00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React dashboard</a:t>
            </a:r>
          </a:p>
        </p:txBody>
      </p:sp>
      <p:sp>
        <p:nvSpPr>
          <p:cNvPr id="19" name="api-node">
            <a:extLst xmlns:a="http://schemas.openxmlformats.org/drawingml/2006/main">
              <a:ext uri="{FF2B5EF4-FFF2-40B4-BE49-F238E27FC236}">
                <a16:creationId xmlns:a16="http://schemas.microsoft.com/office/drawing/2014/main" id="{F4CDA257-D49E-46E9-9967-23A6DC2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2057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pi-node-marker">
            <a:extLst xmlns:a="http://schemas.openxmlformats.org/drawingml/2006/main">
              <a:ext uri="{FF2B5EF4-FFF2-40B4-BE49-F238E27FC236}">
                <a16:creationId xmlns:a16="http://schemas.microsoft.com/office/drawing/2014/main" id="{62490441-02AE-4A44-913C-D11E093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1" name="api-node-title">
            <a:extLst xmlns:a="http://schemas.openxmlformats.org/drawingml/2006/main">
              <a:ext uri="{FF2B5EF4-FFF2-40B4-BE49-F238E27FC236}">
                <a16:creationId xmlns:a16="http://schemas.microsoft.com/office/drawing/2014/main" id="{43E31766-BEF6-4DA0-9D86-D2065D1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api/</a:t>
            </a:r>
          </a:p>
        </p:txBody>
      </p:sp>
      <p:sp>
        <p:nvSpPr>
          <p:cNvPr id="22" name="api-node-description">
            <a:extLst xmlns:a="http://schemas.openxmlformats.org/drawingml/2006/main">
              <a:ext uri="{FF2B5EF4-FFF2-40B4-BE49-F238E27FC236}">
                <a16:creationId xmlns:a16="http://schemas.microsoft.com/office/drawing/2014/main" id="{6FCC443F-91B9-428D-8AFB-37B62CBD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57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Typer CLI and FastAPI routers</a:t>
            </a:r>
          </a:p>
        </p:txBody>
      </p:sp>
      <p:sp>
        <p:nvSpPr>
          <p:cNvPr id="23" name="worker-node">
            <a:extLst xmlns:a="http://schemas.openxmlformats.org/drawingml/2006/main">
              <a:ext uri="{FF2B5EF4-FFF2-40B4-BE49-F238E27FC236}">
                <a16:creationId xmlns:a16="http://schemas.microsoft.com/office/drawing/2014/main" id="{8FCAB615-4100-4D50-B29E-307D7EE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2917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worker-node-marker">
            <a:extLst xmlns:a="http://schemas.openxmlformats.org/drawingml/2006/main">
              <a:ext uri="{FF2B5EF4-FFF2-40B4-BE49-F238E27FC236}">
                <a16:creationId xmlns:a16="http://schemas.microsoft.com/office/drawing/2014/main" id="{B6755FE1-AE86-4168-A457-251CC7E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5" name="worker-node-title">
            <a:extLst xmlns:a="http://schemas.openxmlformats.org/drawingml/2006/main">
              <a:ext uri="{FF2B5EF4-FFF2-40B4-BE49-F238E27FC236}">
                <a16:creationId xmlns:a16="http://schemas.microsoft.com/office/drawing/2014/main" id="{0C34DF45-9A7B-4C9E-9888-27C6D0F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worker.py</a:t>
            </a:r>
          </a:p>
        </p:txBody>
      </p:sp>
      <p:sp>
        <p:nvSpPr>
          <p:cNvPr id="26" name="worker-node-description">
            <a:extLst xmlns:a="http://schemas.openxmlformats.org/drawingml/2006/main">
              <a:ext uri="{FF2B5EF4-FFF2-40B4-BE49-F238E27FC236}">
                <a16:creationId xmlns:a16="http://schemas.microsoft.com/office/drawing/2014/main" id="{780C6931-AEF3-427E-AFE7-511D37A2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Local job processor</a:t>
            </a:r>
          </a:p>
        </p:txBody>
      </p:sp>
      <p:sp>
        <p:nvSpPr>
          <p:cNvPr id="27" name="bootstrap-node">
            <a:extLst xmlns:a="http://schemas.openxmlformats.org/drawingml/2006/main">
              <a:ext uri="{FF2B5EF4-FFF2-40B4-BE49-F238E27FC236}">
                <a16:creationId xmlns:a16="http://schemas.microsoft.com/office/drawing/2014/main" id="{395076AE-019D-4B0B-B25E-D68EACD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133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8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bootstrap-node-marker">
            <a:extLst xmlns:a="http://schemas.openxmlformats.org/drawingml/2006/main">
              <a:ext uri="{FF2B5EF4-FFF2-40B4-BE49-F238E27FC236}">
                <a16:creationId xmlns:a16="http://schemas.microsoft.com/office/drawing/2014/main" id="{1B579A76-09AF-4E7A-9A47-6E953E8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B72"/>
          </a:solidFill>
          <a:ln xmlns:a="http://schemas.openxmlformats.org/drawingml/2006/main" w="0">
            <a:solidFill>
              <a:srgbClr val="2D8B72"/>
            </a:solidFill>
            <a:prstDash val="solid"/>
          </a:ln>
        </p:spPr>
      </p:sp>
      <p:sp>
        <p:nvSpPr>
          <p:cNvPr id="29" name="bootstrap-node-title">
            <a:extLst xmlns:a="http://schemas.openxmlformats.org/drawingml/2006/main">
              <a:ext uri="{FF2B5EF4-FFF2-40B4-BE49-F238E27FC236}">
                <a16:creationId xmlns:a16="http://schemas.microsoft.com/office/drawing/2014/main" id="{577589EF-C98C-4288-804C-BD3D963D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bootstrap.py</a:t>
            </a:r>
          </a:p>
        </p:txBody>
      </p:sp>
      <p:sp>
        <p:nvSpPr>
          <p:cNvPr id="30" name="bootstrap-node-description">
            <a:extLst xmlns:a="http://schemas.openxmlformats.org/drawingml/2006/main">
              <a:ext uri="{FF2B5EF4-FFF2-40B4-BE49-F238E27FC236}">
                <a16:creationId xmlns:a16="http://schemas.microsoft.com/office/drawing/2014/main" id="{9C38DCB0-26DD-4F07-8A95-C6B8B585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Composition root</a:t>
            </a:r>
          </a:p>
        </p:txBody>
      </p:sp>
      <p:sp>
        <p:nvSpPr>
          <p:cNvPr id="31" name="application-node">
            <a:extLst xmlns:a="http://schemas.openxmlformats.org/drawingml/2006/main">
              <a:ext uri="{FF2B5EF4-FFF2-40B4-BE49-F238E27FC236}">
                <a16:creationId xmlns:a16="http://schemas.microsoft.com/office/drawing/2014/main" id="{13DFF337-8201-4673-BA8A-A02B208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1752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application-node-marker">
            <a:extLst xmlns:a="http://schemas.openxmlformats.org/drawingml/2006/main">
              <a:ext uri="{FF2B5EF4-FFF2-40B4-BE49-F238E27FC236}">
                <a16:creationId xmlns:a16="http://schemas.microsoft.com/office/drawing/2014/main" id="{274F27DE-B72D-46F9-89AE-34B3812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3" name="application-node-title">
            <a:extLst xmlns:a="http://schemas.openxmlformats.org/drawingml/2006/main">
              <a:ext uri="{FF2B5EF4-FFF2-40B4-BE49-F238E27FC236}">
                <a16:creationId xmlns:a16="http://schemas.microsoft.com/office/drawing/2014/main" id="{11EEBD38-125E-4C4E-99EE-6DFABA5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371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application/</a:t>
            </a:r>
          </a:p>
        </p:txBody>
      </p:sp>
      <p:sp>
        <p:nvSpPr>
          <p:cNvPr id="34" name="application-node-description">
            <a:extLst xmlns:a="http://schemas.openxmlformats.org/drawingml/2006/main">
              <a:ext uri="{FF2B5EF4-FFF2-40B4-BE49-F238E27FC236}">
                <a16:creationId xmlns:a16="http://schemas.microsoft.com/office/drawing/2014/main" id="{224E0427-B2F2-4028-A31C-222DE218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 cases and normalization</a:t>
            </a:r>
          </a:p>
        </p:txBody>
      </p:sp>
      <p:sp>
        <p:nvSpPr>
          <p:cNvPr id="35" name="domain-node">
            <a:extLst xmlns:a="http://schemas.openxmlformats.org/drawingml/2006/main">
              <a:ext uri="{FF2B5EF4-FFF2-40B4-BE49-F238E27FC236}">
                <a16:creationId xmlns:a16="http://schemas.microsoft.com/office/drawing/2014/main" id="{EA257113-9E76-4356-8811-E08F014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19240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domain-node-marker">
            <a:extLst xmlns:a="http://schemas.openxmlformats.org/drawingml/2006/main">
              <a:ext uri="{FF2B5EF4-FFF2-40B4-BE49-F238E27FC236}">
                <a16:creationId xmlns:a16="http://schemas.microsoft.com/office/drawing/2014/main" id="{4F89DADB-4150-483B-B3A3-C135C1A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90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7" name="domain-node-title">
            <a:extLst xmlns:a="http://schemas.openxmlformats.org/drawingml/2006/main">
              <a:ext uri="{FF2B5EF4-FFF2-40B4-BE49-F238E27FC236}">
                <a16:creationId xmlns:a16="http://schemas.microsoft.com/office/drawing/2014/main" id="{F9063596-6856-443B-AFC6-7FEDE9E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domain/</a:t>
            </a:r>
          </a:p>
        </p:txBody>
      </p:sp>
      <p:sp>
        <p:nvSpPr>
          <p:cNvPr id="38" name="domain-node-description">
            <a:extLst xmlns:a="http://schemas.openxmlformats.org/drawingml/2006/main">
              <a:ext uri="{FF2B5EF4-FFF2-40B4-BE49-F238E27FC236}">
                <a16:creationId xmlns:a16="http://schemas.microsoft.com/office/drawing/2014/main" id="{1F22D7BE-4100-4CB3-8B31-92DB9D4F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1950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Evidence models, policy, scoring, report schemas, jobs and ML</a:t>
            </a:r>
          </a:p>
        </p:txBody>
      </p:sp>
      <p:sp>
        <p:nvSpPr>
          <p:cNvPr id="39" name="ports-node">
            <a:extLst xmlns:a="http://schemas.openxmlformats.org/drawingml/2006/main">
              <a:ext uri="{FF2B5EF4-FFF2-40B4-BE49-F238E27FC236}">
                <a16:creationId xmlns:a16="http://schemas.microsoft.com/office/drawing/2014/main" id="{B7D8ECBB-4010-4AAF-89C5-37284102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62525"/>
            <a:ext cx="1924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ports-node-marker">
            <a:extLst xmlns:a="http://schemas.openxmlformats.org/drawingml/2006/main">
              <a:ext uri="{FF2B5EF4-FFF2-40B4-BE49-F238E27FC236}">
                <a16:creationId xmlns:a16="http://schemas.microsoft.com/office/drawing/2014/main" id="{230C6C84-933D-4617-8D3B-61566AD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95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1" name="ports-node-title">
            <a:extLst xmlns:a="http://schemas.openxmlformats.org/drawingml/2006/main">
              <a:ext uri="{FF2B5EF4-FFF2-40B4-BE49-F238E27FC236}">
                <a16:creationId xmlns:a16="http://schemas.microsoft.com/office/drawing/2014/main" id="{B9E99D65-C9E2-47EA-8CE9-47D1C1DD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577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ports/</a:t>
            </a:r>
          </a:p>
        </p:txBody>
      </p:sp>
      <p:sp>
        <p:nvSpPr>
          <p:cNvPr id="42" name="ports-node-description">
            <a:extLst xmlns:a="http://schemas.openxmlformats.org/drawingml/2006/main">
              <a:ext uri="{FF2B5EF4-FFF2-40B4-BE49-F238E27FC236}">
                <a16:creationId xmlns:a16="http://schemas.microsoft.com/office/drawing/2014/main" id="{8AFDAAF9-2B25-4074-BAB9-71E95B4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24475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Analyzer, storage, report and ML contracts</a:t>
            </a:r>
          </a:p>
        </p:txBody>
      </p:sp>
      <p:sp>
        <p:nvSpPr>
          <p:cNvPr id="43" name="adapters-node">
            <a:extLst xmlns:a="http://schemas.openxmlformats.org/drawingml/2006/main">
              <a:ext uri="{FF2B5EF4-FFF2-40B4-BE49-F238E27FC236}">
                <a16:creationId xmlns:a16="http://schemas.microsoft.com/office/drawing/2014/main" id="{1758DF66-CF20-47CD-8507-DDEE690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dapters-node-marker">
            <a:extLst xmlns:a="http://schemas.openxmlformats.org/drawingml/2006/main">
              <a:ext uri="{FF2B5EF4-FFF2-40B4-BE49-F238E27FC236}">
                <a16:creationId xmlns:a16="http://schemas.microsoft.com/office/drawing/2014/main" id="{DFF4ACF5-42C6-443B-85E4-FF389EC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5" name="adapters-node-title">
            <a:extLst xmlns:a="http://schemas.openxmlformats.org/drawingml/2006/main">
              <a:ext uri="{FF2B5EF4-FFF2-40B4-BE49-F238E27FC236}">
                <a16:creationId xmlns:a16="http://schemas.microsoft.com/office/drawing/2014/main" id="{5120E1CA-D670-4830-83DB-4BDC8196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adapters/</a:t>
            </a:r>
          </a:p>
        </p:txBody>
      </p:sp>
      <p:sp>
        <p:nvSpPr>
          <p:cNvPr id="46" name="adapt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89489513-C842-48E6-8A64-34061417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 runners, filesystem persistence, reporting, PKI and reference data, advisory ML</a:t>
            </a:r>
          </a:p>
        </p:txBody>
      </p:sp>
      <p:sp>
        <p:nvSpPr>
          <p:cNvPr id="47" name="analyzers-node">
            <a:extLst xmlns:a="http://schemas.openxmlformats.org/drawingml/2006/main">
              <a:ext uri="{FF2B5EF4-FFF2-40B4-BE49-F238E27FC236}">
                <a16:creationId xmlns:a16="http://schemas.microsoft.com/office/drawing/2014/main" id="{E7AC175F-6870-4786-A5A0-A9D9C58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analyzers-node-marker">
            <a:extLst xmlns:a="http://schemas.openxmlformats.org/drawingml/2006/main">
              <a:ext uri="{FF2B5EF4-FFF2-40B4-BE49-F238E27FC236}">
                <a16:creationId xmlns:a16="http://schemas.microsoft.com/office/drawing/2014/main" id="{FF71968A-C6E3-48EF-A75B-01AB3812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9" name="analyzers-node-title">
            <a:extLst xmlns:a="http://schemas.openxmlformats.org/drawingml/2006/main">
              <a:ext uri="{FF2B5EF4-FFF2-40B4-BE49-F238E27FC236}">
                <a16:creationId xmlns:a16="http://schemas.microsoft.com/office/drawing/2014/main" id="{F06F1CF3-250A-4AF7-B4F1-0A16F4D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Zeek + TShark</a:t>
            </a:r>
          </a:p>
        </p:txBody>
      </p:sp>
      <p:sp>
        <p:nvSpPr>
          <p:cNvPr id="50" name="analyz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DFC99B09-4A8E-49A9-B154-49DBBC8E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Offline Docker analyzers</a:t>
            </a:r>
          </a:p>
        </p:txBody>
      </p:sp>
      <p:sp>
        <p:nvSpPr>
          <p:cNvPr id="51" name="filesystem-node">
            <a:extLst xmlns:a="http://schemas.openxmlformats.org/drawingml/2006/main">
              <a:ext uri="{FF2B5EF4-FFF2-40B4-BE49-F238E27FC236}">
                <a16:creationId xmlns:a16="http://schemas.microsoft.com/office/drawing/2014/main" id="{4374975D-1F00-4467-80CB-6EA0E02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filesystem-node-marker">
            <a:extLst xmlns:a="http://schemas.openxmlformats.org/drawingml/2006/main">
              <a:ext uri="{FF2B5EF4-FFF2-40B4-BE49-F238E27FC236}">
                <a16:creationId xmlns:a16="http://schemas.microsoft.com/office/drawing/2014/main" id="{B3880EDD-B7AC-4D09-9444-FAC1C9B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53" name="filesystem-node-title">
            <a:extLst xmlns:a="http://schemas.openxmlformats.org/drawingml/2006/main">
              <a:ext uri="{FF2B5EF4-FFF2-40B4-BE49-F238E27FC236}">
                <a16:creationId xmlns:a16="http://schemas.microsoft.com/office/drawing/2014/main" id="{4CC3F2A7-44BA-4558-95FB-FAD0FF2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Local filesystem</a:t>
            </a:r>
          </a:p>
        </p:txBody>
      </p:sp>
      <p:sp>
        <p:nvSpPr>
          <p:cNvPr id="54" name="filesystem-node-description">
            <a:extLst xmlns:a="http://schemas.openxmlformats.org/drawingml/2006/main">
              <a:ext uri="{FF2B5EF4-FFF2-40B4-BE49-F238E27FC236}">
                <a16:creationId xmlns:a16="http://schemas.microsoft.com/office/drawing/2014/main" id="{C6CC02F7-024C-4FFA-9CC9-817A8C9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Jobs, catalog, artifacts and ML history</a:t>
            </a:r>
          </a:p>
        </p:txBody>
      </p:sp>
      <p:cxnSp>
        <p:nvCxnSpPr>
          <p:cNvPr id="14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95475" y="29051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895475" y="41719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F91A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24175" y="3733800"/>
            <a:ext cx="6191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924175" y="3829050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295900" y="3829050"/>
            <a:ext cx="4572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31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419600" y="4286250"/>
            <a:ext cx="1333500" cy="1066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3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677150" y="2828925"/>
            <a:ext cx="6572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2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924175" y="2486025"/>
            <a:ext cx="61912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4419600" y="2819400"/>
            <a:ext cx="11906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2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677150" y="2486025"/>
            <a:ext cx="6572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024938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810750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label-http-bg">
            <a:extLst xmlns:a="http://schemas.openxmlformats.org/drawingml/2006/main">
              <a:ext uri="{FF2B5EF4-FFF2-40B4-BE49-F238E27FC236}">
                <a16:creationId xmlns:a16="http://schemas.microsoft.com/office/drawing/2014/main" id="{1517A651-3206-464D-B096-8E712576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68" name="label-http">
            <a:extLst xmlns:a="http://schemas.openxmlformats.org/drawingml/2006/main">
              <a:ext uri="{FF2B5EF4-FFF2-40B4-BE49-F238E27FC236}">
                <a16:creationId xmlns:a16="http://schemas.microsoft.com/office/drawing/2014/main" id="{60540A79-B56A-471E-9324-4ECDE71A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HTTP API</a:t>
            </a:r>
          </a:p>
        </p:txBody>
      </p:sp>
      <p:sp>
        <p:nvSpPr>
          <p:cNvPr id="69" name="label-spawns-bg">
            <a:extLst xmlns:a="http://schemas.openxmlformats.org/drawingml/2006/main">
              <a:ext uri="{FF2B5EF4-FFF2-40B4-BE49-F238E27FC236}">
                <a16:creationId xmlns:a16="http://schemas.microsoft.com/office/drawing/2014/main" id="{F226AF0F-B0CB-427F-B781-63A506AD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0" name="label-spawns">
            <a:extLst xmlns:a="http://schemas.openxmlformats.org/drawingml/2006/main">
              <a:ext uri="{FF2B5EF4-FFF2-40B4-BE49-F238E27FC236}">
                <a16:creationId xmlns:a16="http://schemas.microsoft.com/office/drawing/2014/main" id="{E1052339-AD6E-4324-9EF6-9574847A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spawns</a:t>
            </a:r>
          </a:p>
        </p:txBody>
      </p:sp>
      <p:sp>
        <p:nvSpPr>
          <p:cNvPr id="71" name="label-api-calls-bg">
            <a:extLst xmlns:a="http://schemas.openxmlformats.org/drawingml/2006/main">
              <a:ext uri="{FF2B5EF4-FFF2-40B4-BE49-F238E27FC236}">
                <a16:creationId xmlns:a16="http://schemas.microsoft.com/office/drawing/2014/main" id="{4B44BEDD-76E1-4349-876A-91A8921D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2" name="label-api-calls">
            <a:extLst xmlns:a="http://schemas.openxmlformats.org/drawingml/2006/main">
              <a:ext uri="{FF2B5EF4-FFF2-40B4-BE49-F238E27FC236}">
                <a16:creationId xmlns:a16="http://schemas.microsoft.com/office/drawing/2014/main" id="{9AB59F6E-A450-4CD2-A9BD-2A5E40B2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3" name="label-worker-calls-bg">
            <a:extLst xmlns:a="http://schemas.openxmlformats.org/drawingml/2006/main">
              <a:ext uri="{FF2B5EF4-FFF2-40B4-BE49-F238E27FC236}">
                <a16:creationId xmlns:a16="http://schemas.microsoft.com/office/drawing/2014/main" id="{21A91E1F-2908-4F71-8F39-AC55072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4" name="label-worker-calls">
            <a:extLst xmlns:a="http://schemas.openxmlformats.org/drawingml/2006/main">
              <a:ext uri="{FF2B5EF4-FFF2-40B4-BE49-F238E27FC236}">
                <a16:creationId xmlns:a16="http://schemas.microsoft.com/office/drawing/2014/main" id="{1FA7E2FE-4016-4085-8CCC-8048CCE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5" name="label-uses-bg">
            <a:extLst xmlns:a="http://schemas.openxmlformats.org/drawingml/2006/main">
              <a:ext uri="{FF2B5EF4-FFF2-40B4-BE49-F238E27FC236}">
                <a16:creationId xmlns:a16="http://schemas.microsoft.com/office/drawing/2014/main" id="{A6059EE5-2E4E-4173-B815-2034F370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38550"/>
            <a:ext cx="4000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6" name="label-uses">
            <a:extLst xmlns:a="http://schemas.openxmlformats.org/drawingml/2006/main">
              <a:ext uri="{FF2B5EF4-FFF2-40B4-BE49-F238E27FC236}">
                <a16:creationId xmlns:a16="http://schemas.microsoft.com/office/drawing/2014/main" id="{708F2B3D-0159-425B-B418-5BED00D2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38550"/>
            <a:ext cx="400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sp>
        <p:nvSpPr>
          <p:cNvPr id="77" name="label-depends-bg">
            <a:extLst xmlns:a="http://schemas.openxmlformats.org/drawingml/2006/main">
              <a:ext uri="{FF2B5EF4-FFF2-40B4-BE49-F238E27FC236}">
                <a16:creationId xmlns:a16="http://schemas.microsoft.com/office/drawing/2014/main" id="{C8A35D60-7BA9-4609-9EE9-35B67A4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8" name="label-depends">
            <a:extLst xmlns:a="http://schemas.openxmlformats.org/drawingml/2006/main">
              <a:ext uri="{FF2B5EF4-FFF2-40B4-BE49-F238E27FC236}">
                <a16:creationId xmlns:a16="http://schemas.microsoft.com/office/drawing/2014/main" id="{A9FDAA87-0F61-4721-8E97-8D3E5D2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depends on</a:t>
            </a:r>
          </a:p>
        </p:txBody>
      </p:sp>
      <p:sp>
        <p:nvSpPr>
          <p:cNvPr id="79" name="label-implements-bg">
            <a:extLst xmlns:a="http://schemas.openxmlformats.org/drawingml/2006/main">
              <a:ext uri="{FF2B5EF4-FFF2-40B4-BE49-F238E27FC236}">
                <a16:creationId xmlns:a16="http://schemas.microsoft.com/office/drawing/2014/main" id="{74186DFC-CB6F-4E72-9373-FAD8EF95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0" name="label-implements">
            <a:extLst xmlns:a="http://schemas.openxmlformats.org/drawingml/2006/main">
              <a:ext uri="{FF2B5EF4-FFF2-40B4-BE49-F238E27FC236}">
                <a16:creationId xmlns:a16="http://schemas.microsoft.com/office/drawing/2014/main" id="{0CF680A7-3822-4164-A29A-6C9A9E7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implements</a:t>
            </a:r>
          </a:p>
        </p:txBody>
      </p:sp>
      <p:sp>
        <p:nvSpPr>
          <p:cNvPr id="81" name="label-wires-bg">
            <a:extLst xmlns:a="http://schemas.openxmlformats.org/drawingml/2006/main">
              <a:ext uri="{FF2B5EF4-FFF2-40B4-BE49-F238E27FC236}">
                <a16:creationId xmlns:a16="http://schemas.microsoft.com/office/drawing/2014/main" id="{78F1F53C-C6A1-47B2-B96A-A1F0196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2" name="label-wires">
            <a:extLst xmlns:a="http://schemas.openxmlformats.org/drawingml/2006/main">
              <a:ext uri="{FF2B5EF4-FFF2-40B4-BE49-F238E27FC236}">
                <a16:creationId xmlns:a16="http://schemas.microsoft.com/office/drawing/2014/main" id="{4BF7DEC6-744B-4A86-B98F-C6012C08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rPr>
              <a:t>wires</a:t>
            </a:r>
          </a:p>
        </p:txBody>
      </p:sp>
      <p:sp>
        <p:nvSpPr>
          <p:cNvPr id="83" name="label-launches-bg">
            <a:extLst xmlns:a="http://schemas.openxmlformats.org/drawingml/2006/main">
              <a:ext uri="{FF2B5EF4-FFF2-40B4-BE49-F238E27FC236}">
                <a16:creationId xmlns:a16="http://schemas.microsoft.com/office/drawing/2014/main" id="{8B17BB97-E2B8-4472-8897-4266D2B9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4" name="label-launches">
            <a:extLst xmlns:a="http://schemas.openxmlformats.org/drawingml/2006/main">
              <a:ext uri="{FF2B5EF4-FFF2-40B4-BE49-F238E27FC236}">
                <a16:creationId xmlns:a16="http://schemas.microsoft.com/office/drawing/2014/main" id="{C52E24E3-E833-448B-9F1B-4A8B7D2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launches</a:t>
            </a:r>
          </a:p>
        </p:txBody>
      </p:sp>
      <p:sp>
        <p:nvSpPr>
          <p:cNvPr id="85" name="label-storage-bg">
            <a:extLst xmlns:a="http://schemas.openxmlformats.org/drawingml/2006/main">
              <a:ext uri="{FF2B5EF4-FFF2-40B4-BE49-F238E27FC236}">
                <a16:creationId xmlns:a16="http://schemas.microsoft.com/office/drawing/2014/main" id="{94157B74-07A9-4D5D-B31C-AA949005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6" name="label-storage">
            <a:extLst xmlns:a="http://schemas.openxmlformats.org/drawingml/2006/main">
              <a:ext uri="{FF2B5EF4-FFF2-40B4-BE49-F238E27FC236}">
                <a16:creationId xmlns:a16="http://schemas.microsoft.com/office/drawing/2014/main" id="{E4A65F77-ED18-464B-A84B-2F84079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reads and writes</a:t>
            </a:r>
          </a:p>
        </p:txBody>
      </p:sp>
    </p:spTree>
    <p:extLst>
      <p:ext uri="{BB962C8B-B14F-4D97-AF65-F5344CB8AC3E}">
        <p14:creationId xmlns:p14="http://schemas.microsoft.com/office/powerpoint/2010/main" val="569716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2026-09-07T06:42:09.2130000Z</dcterms:created>
  <dcterms:modified xsi:type="dcterms:W3CDTF">2026-09-07T06:42:09.2130000Z</dcterms:modified>
</coreProperties>
</file>